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46304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3" d="100"/>
          <a:sy n="33" d="100"/>
        </p:scale>
        <p:origin x="1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95312"/>
            <a:ext cx="12435840" cy="4244622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6403623"/>
            <a:ext cx="10972800" cy="2943577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6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8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3039537"/>
            <a:ext cx="12618720" cy="5071532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8159048"/>
            <a:ext cx="12618720" cy="266699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6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3245556"/>
            <a:ext cx="621792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3245556"/>
            <a:ext cx="621792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5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649114"/>
            <a:ext cx="12618720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2988734"/>
            <a:ext cx="6189344" cy="1464732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4453467"/>
            <a:ext cx="6189344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988734"/>
            <a:ext cx="6219826" cy="1464732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4453467"/>
            <a:ext cx="6219826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4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76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4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812800"/>
            <a:ext cx="4718685" cy="284480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755425"/>
            <a:ext cx="7406640" cy="8664222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657600"/>
            <a:ext cx="4718685" cy="6776156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3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812800"/>
            <a:ext cx="4718685" cy="284480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755425"/>
            <a:ext cx="7406640" cy="8664222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657600"/>
            <a:ext cx="4718685" cy="6776156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5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5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649111"/>
            <a:ext cx="3154680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649111"/>
            <a:ext cx="9281160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7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649114"/>
            <a:ext cx="1261872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3245556"/>
            <a:ext cx="1261872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11300181"/>
            <a:ext cx="329184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A0A24-5794-458B-A237-0864A1586D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11300181"/>
            <a:ext cx="49377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11300181"/>
            <a:ext cx="329184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91651-298E-4598-8B16-FF3D5FD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3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of a model&#10;&#10;AI-generated content may be incorrect.">
            <a:extLst>
              <a:ext uri="{FF2B5EF4-FFF2-40B4-BE49-F238E27FC236}">
                <a16:creationId xmlns:a16="http://schemas.microsoft.com/office/drawing/2014/main" id="{546A20DA-9BA8-1D25-8AA6-AC16381B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603" y="181583"/>
            <a:ext cx="7885889" cy="5914417"/>
          </a:xfrm>
          <a:prstGeom prst="rect">
            <a:avLst/>
          </a:prstGeom>
        </p:spPr>
      </p:pic>
      <p:pic>
        <p:nvPicPr>
          <p:cNvPr id="7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B05BD0C5-95F7-F37C-BD3C-09BDBCEBE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57" y="6316131"/>
            <a:ext cx="5356291" cy="5356291"/>
          </a:xfrm>
          <a:prstGeom prst="rect">
            <a:avLst/>
          </a:prstGeom>
        </p:spPr>
      </p:pic>
      <p:pic>
        <p:nvPicPr>
          <p:cNvPr id="9" name="Picture 8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B70790D1-43D1-604A-6137-DF5FAA10D4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1" y="460645"/>
            <a:ext cx="5356291" cy="5356291"/>
          </a:xfrm>
          <a:prstGeom prst="rect">
            <a:avLst/>
          </a:prstGeom>
        </p:spPr>
      </p:pic>
      <p:pic>
        <p:nvPicPr>
          <p:cNvPr id="11" name="Picture 10" descr="A graph of a test&#10;&#10;AI-generated content may be incorrect.">
            <a:extLst>
              <a:ext uri="{FF2B5EF4-FFF2-40B4-BE49-F238E27FC236}">
                <a16:creationId xmlns:a16="http://schemas.microsoft.com/office/drawing/2014/main" id="{512F6766-1A67-F94A-B59B-7D07C86194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77" y="6051460"/>
            <a:ext cx="7885889" cy="59144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8725D1-6A26-4463-F34C-FD97A363B520}"/>
              </a:ext>
            </a:extLst>
          </p:cNvPr>
          <p:cNvSpPr txBox="1"/>
          <p:nvPr/>
        </p:nvSpPr>
        <p:spPr>
          <a:xfrm>
            <a:off x="-37240" y="0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070526-B47B-428A-22FB-4A294A41B449}"/>
              </a:ext>
            </a:extLst>
          </p:cNvPr>
          <p:cNvSpPr txBox="1"/>
          <p:nvPr/>
        </p:nvSpPr>
        <p:spPr>
          <a:xfrm>
            <a:off x="6836576" y="0"/>
            <a:ext cx="6126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69116E-98FE-66E3-1081-2BC7A6908CBF}"/>
              </a:ext>
            </a:extLst>
          </p:cNvPr>
          <p:cNvSpPr txBox="1"/>
          <p:nvPr/>
        </p:nvSpPr>
        <p:spPr>
          <a:xfrm>
            <a:off x="0" y="5792911"/>
            <a:ext cx="644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114E02-0E4D-B171-05E7-9BBA982010B9}"/>
              </a:ext>
            </a:extLst>
          </p:cNvPr>
          <p:cNvSpPr txBox="1"/>
          <p:nvPr/>
        </p:nvSpPr>
        <p:spPr>
          <a:xfrm>
            <a:off x="6836576" y="5834390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(D)</a:t>
            </a:r>
          </a:p>
        </p:txBody>
      </p:sp>
      <p:pic>
        <p:nvPicPr>
          <p:cNvPr id="21" name="Picture 20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755BED16-F68B-D7F0-3E91-203E0AE006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81"/>
          <a:stretch>
            <a:fillRect/>
          </a:stretch>
        </p:blipFill>
        <p:spPr>
          <a:xfrm>
            <a:off x="0" y="6352792"/>
            <a:ext cx="6453192" cy="5356292"/>
          </a:xfrm>
          <a:prstGeom prst="rect">
            <a:avLst/>
          </a:prstGeom>
        </p:spPr>
      </p:pic>
      <p:pic>
        <p:nvPicPr>
          <p:cNvPr id="23" name="Picture 22" descr="A graph showing the number of people in population density&#10;&#10;AI-generated content may be incorrect.">
            <a:extLst>
              <a:ext uri="{FF2B5EF4-FFF2-40B4-BE49-F238E27FC236}">
                <a16:creationId xmlns:a16="http://schemas.microsoft.com/office/drawing/2014/main" id="{816514B6-3DC3-E59C-B5AB-D9698566E1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15"/>
          <a:stretch>
            <a:fillRect/>
          </a:stretch>
        </p:blipFill>
        <p:spPr>
          <a:xfrm>
            <a:off x="61753" y="439687"/>
            <a:ext cx="6571826" cy="5436758"/>
          </a:xfrm>
          <a:prstGeom prst="rect">
            <a:avLst/>
          </a:prstGeom>
        </p:spPr>
      </p:pic>
      <p:pic>
        <p:nvPicPr>
          <p:cNvPr id="24" name="Picture 23" descr="A graph showing the number of people in population density&#10;&#10;AI-generated content may be incorrect.">
            <a:extLst>
              <a:ext uri="{FF2B5EF4-FFF2-40B4-BE49-F238E27FC236}">
                <a16:creationId xmlns:a16="http://schemas.microsoft.com/office/drawing/2014/main" id="{1E788347-8330-5756-27C2-E2DAA53461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42" t="35605" b="44427"/>
          <a:stretch>
            <a:fillRect/>
          </a:stretch>
        </p:blipFill>
        <p:spPr>
          <a:xfrm>
            <a:off x="2944836" y="661480"/>
            <a:ext cx="1846774" cy="1225686"/>
          </a:xfrm>
          <a:prstGeom prst="rect">
            <a:avLst/>
          </a:prstGeom>
        </p:spPr>
      </p:pic>
      <p:pic>
        <p:nvPicPr>
          <p:cNvPr id="26" name="Picture 25" descr="A graph showing the number of people in population density&#10;&#10;AI-generated content may be incorrect.">
            <a:extLst>
              <a:ext uri="{FF2B5EF4-FFF2-40B4-BE49-F238E27FC236}">
                <a16:creationId xmlns:a16="http://schemas.microsoft.com/office/drawing/2014/main" id="{5809F747-0B2D-40E4-C25C-DC20FC5599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42" t="35605" b="44427"/>
          <a:stretch>
            <a:fillRect/>
          </a:stretch>
        </p:blipFill>
        <p:spPr>
          <a:xfrm>
            <a:off x="2944836" y="6615644"/>
            <a:ext cx="1846774" cy="122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31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12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Mason,Brittany Marie</dc:creator>
  <cp:lastModifiedBy>Mason,Brittany Marie</cp:lastModifiedBy>
  <cp:revision>2</cp:revision>
  <dcterms:created xsi:type="dcterms:W3CDTF">2026-01-15T15:55:55Z</dcterms:created>
  <dcterms:modified xsi:type="dcterms:W3CDTF">2026-01-15T16:15:10Z</dcterms:modified>
</cp:coreProperties>
</file>